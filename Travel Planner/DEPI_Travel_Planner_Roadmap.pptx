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310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Egypt Pioneers Initiative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Software Development – React Frontend Web Developer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Planner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— React.js · Firebase Authentication · REST APIs · 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8580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 · DEPI × ITC · Group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1499616"/>
            <a:ext cx="365760" cy="36576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" y="1920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" y="2249424"/>
            <a:ext cx="1865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across sites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data entry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dashboard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UX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60904" y="1353312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499616"/>
            <a:ext cx="365760" cy="365760"/>
          </a:xfrm>
          <a:prstGeom prst="ellipse">
            <a:avLst/>
          </a:prstGeom>
          <a:solidFill>
            <a:srgbClr val="E1F5EE"/>
          </a:solidFill>
          <a:ln w="9525">
            <a:solidFill>
              <a:srgbClr val="0850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07208" y="1920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07208" y="2249424"/>
            <a:ext cx="1865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Firebase auth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dashboard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 workspace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01768" y="1353312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8072" y="1499616"/>
            <a:ext cx="365760" cy="365760"/>
          </a:xfrm>
          <a:prstGeom prst="ellipse">
            <a:avLst/>
          </a:prstGeom>
          <a:solidFill>
            <a:srgbClr val="E6F1FB"/>
          </a:solidFill>
          <a:ln w="9525">
            <a:solidFill>
              <a:srgbClr val="042C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8072" y="1920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48072" y="2249424"/>
            <a:ext cx="1865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explorer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search &amp; save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planner workspace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trips &amp; profile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42632" y="1353312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936" y="1499616"/>
            <a:ext cx="365760" cy="365760"/>
          </a:xfrm>
          <a:prstGeom prst="ellipse">
            <a:avLst/>
          </a:prstGeom>
          <a:solidFill>
            <a:srgbClr val="EEEDFE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8936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88936" y="1920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88936" y="2249424"/>
            <a:ext cx="1865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React frontend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→ protected routes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 → travel data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Flights / Trips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83496" y="1353312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1499616"/>
            <a:ext cx="365760" cy="365760"/>
          </a:xfrm>
          <a:prstGeom prst="ellipse">
            <a:avLst/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29800" y="1920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components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29800" y="2249424"/>
            <a:ext cx="1865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Gemini-powered planner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day-by-day itinerary</a:t>
            </a:r>
            <a:endParaRPr lang="en-US" sz="9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&amp; phrase tips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65960" y="3803904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80390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38144" y="3803904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3803904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98264" y="3803904"/>
            <a:ext cx="1984248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98264" y="380390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10528" y="3803904"/>
            <a:ext cx="1472184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8039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10728" y="3803904"/>
            <a:ext cx="1856232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380390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094976" y="3803904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94976" y="3803904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4233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timeline (Agile)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011680" y="44897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86200" y="44897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06908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6908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760720" y="44897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wk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635240" y="44897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81812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509760" y="44897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692640" y="44897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0" y="4489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 </a:t>
            </a:r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20040" y="5020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outcomes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20040" y="525780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Responsive web app      ✓ Firebase auth      ✓ Source code      ✓ Documentation      ✓ Testing report      ✓ User manual      ✓ Deployed build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2026-08-03T08:01:58Z</dcterms:created>
  <dcterms:modified xsi:type="dcterms:W3CDTF">2026-08-03T08:01:58Z</dcterms:modified>
</cp:coreProperties>
</file>